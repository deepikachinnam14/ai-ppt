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FBF62-8881-4814-A917-C96CF7713537}" v="1" dt="2026-05-26T12:12:44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Chinnam" userId="165e98b1d2b44f0e" providerId="LiveId" clId="{F49C4BC1-5990-41A9-8E31-5F46A38BB0A1}"/>
    <pc:docChg chg="custSel modSld">
      <pc:chgData name="Deepika Chinnam" userId="165e98b1d2b44f0e" providerId="LiveId" clId="{F49C4BC1-5990-41A9-8E31-5F46A38BB0A1}" dt="2026-05-26T12:12:44.528" v="2" actId="27636"/>
      <pc:docMkLst>
        <pc:docMk/>
      </pc:docMkLst>
      <pc:sldChg chg="modSp">
        <pc:chgData name="Deepika Chinnam" userId="165e98b1d2b44f0e" providerId="LiveId" clId="{F49C4BC1-5990-41A9-8E31-5F46A38BB0A1}" dt="2026-05-26T12:12:44.274" v="0"/>
        <pc:sldMkLst>
          <pc:docMk/>
          <pc:sldMk cId="692855195" sldId="256"/>
        </pc:sldMkLst>
        <pc:spChg chg="mod">
          <ac:chgData name="Deepika Chinnam" userId="165e98b1d2b44f0e" providerId="LiveId" clId="{F49C4BC1-5990-41A9-8E31-5F46A38BB0A1}" dt="2026-05-26T12:12:44.274" v="0"/>
          <ac:spMkLst>
            <pc:docMk/>
            <pc:sldMk cId="692855195" sldId="256"/>
            <ac:spMk id="3" creationId="{40E4FB44-37D1-CB0B-254C-71D74A46FB22}"/>
          </ac:spMkLst>
        </pc:spChg>
      </pc:sldChg>
      <pc:sldChg chg="modSp">
        <pc:chgData name="Deepika Chinnam" userId="165e98b1d2b44f0e" providerId="LiveId" clId="{F49C4BC1-5990-41A9-8E31-5F46A38BB0A1}" dt="2026-05-26T12:12:44.274" v="0"/>
        <pc:sldMkLst>
          <pc:docMk/>
          <pc:sldMk cId="4097375654" sldId="257"/>
        </pc:sldMkLst>
        <pc:spChg chg="mod">
          <ac:chgData name="Deepika Chinnam" userId="165e98b1d2b44f0e" providerId="LiveId" clId="{F49C4BC1-5990-41A9-8E31-5F46A38BB0A1}" dt="2026-05-26T12:12:44.274" v="0"/>
          <ac:spMkLst>
            <pc:docMk/>
            <pc:sldMk cId="4097375654" sldId="257"/>
            <ac:spMk id="2" creationId="{D6D3A7AB-F8D3-1EE0-D42F-0EDDEE21D54A}"/>
          </ac:spMkLst>
        </pc:spChg>
      </pc:sldChg>
      <pc:sldChg chg="modSp mod">
        <pc:chgData name="Deepika Chinnam" userId="165e98b1d2b44f0e" providerId="LiveId" clId="{F49C4BC1-5990-41A9-8E31-5F46A38BB0A1}" dt="2026-05-26T12:12:44.511" v="1" actId="27636"/>
        <pc:sldMkLst>
          <pc:docMk/>
          <pc:sldMk cId="1666542388" sldId="258"/>
        </pc:sldMkLst>
        <pc:spChg chg="mod">
          <ac:chgData name="Deepika Chinnam" userId="165e98b1d2b44f0e" providerId="LiveId" clId="{F49C4BC1-5990-41A9-8E31-5F46A38BB0A1}" dt="2026-05-26T12:12:44.274" v="0"/>
          <ac:spMkLst>
            <pc:docMk/>
            <pc:sldMk cId="1666542388" sldId="258"/>
            <ac:spMk id="2" creationId="{9EF4A19D-339A-D140-A87C-48D4644D44D4}"/>
          </ac:spMkLst>
        </pc:spChg>
        <pc:spChg chg="mod">
          <ac:chgData name="Deepika Chinnam" userId="165e98b1d2b44f0e" providerId="LiveId" clId="{F49C4BC1-5990-41A9-8E31-5F46A38BB0A1}" dt="2026-05-26T12:12:44.511" v="1" actId="27636"/>
          <ac:spMkLst>
            <pc:docMk/>
            <pc:sldMk cId="1666542388" sldId="258"/>
            <ac:spMk id="3" creationId="{C4D3238E-6E27-51E8-4EB2-05A69BA9A7BA}"/>
          </ac:spMkLst>
        </pc:spChg>
      </pc:sldChg>
      <pc:sldChg chg="modSp">
        <pc:chgData name="Deepika Chinnam" userId="165e98b1d2b44f0e" providerId="LiveId" clId="{F49C4BC1-5990-41A9-8E31-5F46A38BB0A1}" dt="2026-05-26T12:12:44.274" v="0"/>
        <pc:sldMkLst>
          <pc:docMk/>
          <pc:sldMk cId="1002683643" sldId="259"/>
        </pc:sldMkLst>
        <pc:spChg chg="mod">
          <ac:chgData name="Deepika Chinnam" userId="165e98b1d2b44f0e" providerId="LiveId" clId="{F49C4BC1-5990-41A9-8E31-5F46A38BB0A1}" dt="2026-05-26T12:12:44.274" v="0"/>
          <ac:spMkLst>
            <pc:docMk/>
            <pc:sldMk cId="1002683643" sldId="259"/>
            <ac:spMk id="2" creationId="{7868B2D6-F0BD-0E66-81DA-F0651F72C246}"/>
          </ac:spMkLst>
        </pc:spChg>
      </pc:sldChg>
      <pc:sldChg chg="modSp mod">
        <pc:chgData name="Deepika Chinnam" userId="165e98b1d2b44f0e" providerId="LiveId" clId="{F49C4BC1-5990-41A9-8E31-5F46A38BB0A1}" dt="2026-05-26T12:12:44.528" v="2" actId="27636"/>
        <pc:sldMkLst>
          <pc:docMk/>
          <pc:sldMk cId="1466056810" sldId="260"/>
        </pc:sldMkLst>
        <pc:spChg chg="mod">
          <ac:chgData name="Deepika Chinnam" userId="165e98b1d2b44f0e" providerId="LiveId" clId="{F49C4BC1-5990-41A9-8E31-5F46A38BB0A1}" dt="2026-05-26T12:12:44.274" v="0"/>
          <ac:spMkLst>
            <pc:docMk/>
            <pc:sldMk cId="1466056810" sldId="260"/>
            <ac:spMk id="2" creationId="{B0E49175-520C-C6BF-2F24-E87F72E9A33E}"/>
          </ac:spMkLst>
        </pc:spChg>
        <pc:spChg chg="mod">
          <ac:chgData name="Deepika Chinnam" userId="165e98b1d2b44f0e" providerId="LiveId" clId="{F49C4BC1-5990-41A9-8E31-5F46A38BB0A1}" dt="2026-05-26T12:12:44.528" v="2" actId="27636"/>
          <ac:spMkLst>
            <pc:docMk/>
            <pc:sldMk cId="1466056810" sldId="260"/>
            <ac:spMk id="3" creationId="{C02D3749-0104-0FFE-4AFE-F9B32927A8B4}"/>
          </ac:spMkLst>
        </pc:spChg>
      </pc:sldChg>
      <pc:sldChg chg="modSp">
        <pc:chgData name="Deepika Chinnam" userId="165e98b1d2b44f0e" providerId="LiveId" clId="{F49C4BC1-5990-41A9-8E31-5F46A38BB0A1}" dt="2026-05-26T12:12:44.274" v="0"/>
        <pc:sldMkLst>
          <pc:docMk/>
          <pc:sldMk cId="409074596" sldId="262"/>
        </pc:sldMkLst>
        <pc:spChg chg="mod">
          <ac:chgData name="Deepika Chinnam" userId="165e98b1d2b44f0e" providerId="LiveId" clId="{F49C4BC1-5990-41A9-8E31-5F46A38BB0A1}" dt="2026-05-26T12:12:44.274" v="0"/>
          <ac:spMkLst>
            <pc:docMk/>
            <pc:sldMk cId="409074596" sldId="262"/>
            <ac:spMk id="2" creationId="{A9022A5E-9EA7-9275-B912-F84DB89DA93E}"/>
          </ac:spMkLst>
        </pc:spChg>
        <pc:picChg chg="mod">
          <ac:chgData name="Deepika Chinnam" userId="165e98b1d2b44f0e" providerId="LiveId" clId="{F49C4BC1-5990-41A9-8E31-5F46A38BB0A1}" dt="2026-05-26T12:12:44.274" v="0"/>
          <ac:picMkLst>
            <pc:docMk/>
            <pc:sldMk cId="409074596" sldId="262"/>
            <ac:picMk id="4" creationId="{2160EA86-C6B8-D128-9F60-F56D4D2FC0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5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8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3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2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0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6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3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8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9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7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24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9359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73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4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91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67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6368B8-6FDF-1B4C-8E67-1A01B7E0412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9276C-153C-E748-871D-6ABACA90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39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F296-E335-A9BD-3AD2-3C233ED1F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957" y="0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ARTIFICIAL INTELLIGENCE IN DAILY LIFE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4FB44-37D1-CB0B-254C-71D74A46F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6BD9B-99C8-548E-EBA9-68FA4BD5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877" y="2387600"/>
            <a:ext cx="7897091" cy="418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5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A7AB-F8D3-1EE0-D42F-0EDDEE21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2A9FB-A675-3D7F-E378-DB982C259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8267"/>
            <a:ext cx="9577158" cy="3658696"/>
          </a:xfrm>
        </p:spPr>
        <p:txBody>
          <a:bodyPr/>
          <a:lstStyle/>
          <a:p>
            <a:r>
              <a:rPr lang="en-US" dirty="0"/>
              <a:t>Artificial Intelligence (AI) is a technology that enables machines and applications to learn, think, and make smart decisions like humans. AI is used in many daily applications such as YouTube, Google Maps, and voice assistants.</a:t>
            </a:r>
          </a:p>
        </p:txBody>
      </p:sp>
    </p:spTree>
    <p:extLst>
      <p:ext uri="{BB962C8B-B14F-4D97-AF65-F5344CB8AC3E}">
        <p14:creationId xmlns:p14="http://schemas.microsoft.com/office/powerpoint/2010/main" val="409737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A19D-339A-D140-A87C-48D4644D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AI in YouTube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3238E-6E27-51E8-4EB2-05A69BA9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276516" cy="4139979"/>
          </a:xfrm>
        </p:spPr>
        <p:txBody>
          <a:bodyPr>
            <a:normAutofit/>
          </a:bodyPr>
          <a:lstStyle/>
          <a:p>
            <a:r>
              <a:rPr lang="en-US" dirty="0"/>
              <a:t>   </a:t>
            </a:r>
            <a:r>
              <a:rPr lang="en-US" b="1" dirty="0"/>
              <a:t>How AI is used in YouTube:</a:t>
            </a:r>
            <a:r>
              <a:rPr lang="en-US" dirty="0"/>
              <a:t>
Recommends videos based on watch history
Suggests related content
Understands user interests
Improves user experience</a:t>
            </a:r>
          </a:p>
          <a:p>
            <a:r>
              <a:rPr lang="en-US" dirty="0"/>
              <a:t> </a:t>
            </a:r>
            <a:r>
              <a:rPr lang="en-US" b="1" dirty="0"/>
              <a:t>Example</a:t>
            </a:r>
            <a:r>
              <a:rPr lang="en-US" dirty="0"/>
              <a:t>:
If a user watches coding videos regularly, YouTube AI recommends more programming content.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149D9-8B36-DFE2-8B5D-AE120D930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04" y="1027906"/>
            <a:ext cx="5053679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4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B2D6-F0BD-0E66-81DA-F0651F72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in Google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9C48E-F04C-8373-2B02-C3FC7D819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66280" cy="4351338"/>
          </a:xfrm>
        </p:spPr>
        <p:txBody>
          <a:bodyPr/>
          <a:lstStyle/>
          <a:p>
            <a:r>
              <a:rPr lang="en-US" b="1" dirty="0"/>
              <a:t>How AI is used in Google Maps:</a:t>
            </a:r>
            <a:r>
              <a:rPr lang="en-US" dirty="0"/>
              <a:t>
Predicts traffic conditions
Finds fastest route
Gives live navigation
Suggests nearby places</a:t>
            </a:r>
          </a:p>
          <a:p>
            <a:r>
              <a:rPr lang="en-US" b="1" dirty="0"/>
              <a:t>Example:</a:t>
            </a:r>
            <a:r>
              <a:rPr lang="en-US" dirty="0"/>
              <a:t>
Google Maps analyzes traffic data and suggests shorter routes to save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045B9-A1D3-C1C2-7A09-13018C52A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082" y="2096294"/>
            <a:ext cx="6165273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8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9175-520C-C6BF-2F24-E87F72E9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Voice Assistants( Google Assistant)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D3749-0104-0FFE-4AFE-F9B32927A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80923" cy="4351338"/>
          </a:xfrm>
        </p:spPr>
        <p:txBody>
          <a:bodyPr>
            <a:normAutofit/>
          </a:bodyPr>
          <a:lstStyle/>
          <a:p>
            <a:r>
              <a:rPr lang="en-US" b="1" dirty="0"/>
              <a:t>How AI is used in Voice Assistants:</a:t>
            </a:r>
            <a:r>
              <a:rPr lang="en-US" dirty="0"/>
              <a:t>
Understands voice commands
Converts speech into text
Answers questions
Performs tasks like setting alarms and searching information
</a:t>
            </a:r>
            <a:r>
              <a:rPr lang="en-US" b="1" dirty="0"/>
              <a:t>Example</a:t>
            </a:r>
            <a:r>
              <a:rPr lang="en-US" dirty="0"/>
              <a:t>:
Google Assistant can answer questions and open applications using voice commands.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455E3-C7AC-8147-E9DE-EF7B9206C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674" y="1825625"/>
            <a:ext cx="5269456" cy="388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5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3F97-E718-B76A-1CCB-D213319D5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9645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08B44-4282-5259-B3CA-1AB1D955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040" y="1870363"/>
            <a:ext cx="5322997" cy="3463102"/>
          </a:xfrm>
        </p:spPr>
        <p:txBody>
          <a:bodyPr/>
          <a:lstStyle/>
          <a:p>
            <a:r>
              <a:rPr lang="en-US" dirty="0"/>
              <a:t>Artificial Intelligence has become an important part of daily life. It helps users save time, improve productivity, and make smart decisions through modern applications and devices.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42856-C50A-7A74-B23D-089B3A124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4534"/>
            <a:ext cx="5322996" cy="43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2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2A5E-9EA7-9275-B912-F84DB89D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60EA86-C6B8-D128-9F60-F56D4D2FC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288" y="2093119"/>
            <a:ext cx="5791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45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224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ARTIFICIAL INTELLIGENCE IN DAILY LIFE</vt:lpstr>
      <vt:lpstr>Introduction </vt:lpstr>
      <vt:lpstr>AI in YouTube</vt:lpstr>
      <vt:lpstr>AI in Google Maps</vt:lpstr>
      <vt:lpstr>Voice Assistants( Google Assistant)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 DAILY LIFE</dc:title>
  <dc:creator>Deepika Chinnam</dc:creator>
  <cp:lastModifiedBy>Deepika Chinnam</cp:lastModifiedBy>
  <cp:revision>1</cp:revision>
  <dcterms:created xsi:type="dcterms:W3CDTF">2026-05-24T09:00:04Z</dcterms:created>
  <dcterms:modified xsi:type="dcterms:W3CDTF">2026-05-26T12:12:54Z</dcterms:modified>
</cp:coreProperties>
</file>